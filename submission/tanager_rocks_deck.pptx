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9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8229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PLANET TANAGER OPEN DATA COMPETITION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881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 identification from Tanager VSWIR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65176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FE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Mine-waste and alteration mineralogy blurred by broadband sampling</a:t>
            </a:r>
            <a:endParaRPr lang="en-US" sz="2200" dirty="0"/>
          </a:p>
        </p:txBody>
      </p:sp>
      <p:pic>
        <p:nvPicPr>
          <p:cNvPr id="5" name="Image 0" descr="/Users/abradley/Documents/Projects/Geospatial_projects/Tanager/tanager-rocks/submission/figures/goldfield_20240925_185504_87_4001_hero_mineral_map.png">    </p:cNvPr>
          <p:cNvPicPr>
            <a:picLocks noChangeAspect="1"/>
          </p:cNvPicPr>
          <p:nvPr/>
        </p:nvPicPr>
        <p:blipFill>
          <a:blip r:embed="rId1">
            <a:alphaModFix amt="94000"/>
          </a:blip>
          <a:stretch>
            <a:fillRect/>
          </a:stretch>
        </p:blipFill>
        <p:spPr>
          <a:xfrm>
            <a:off x="7360920" y="3520440"/>
            <a:ext cx="4206240" cy="27889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3977640"/>
            <a:ext cx="6217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Alex Bradley
</a:t>
            </a:r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FC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Earth, Environmental, and Planetary Sciences</a:t>
            </a:r>
            <a:endParaRPr lang="en-US" sz="17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AFC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Washington University in St. Louis  ·  abradley@wustl.edu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534924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Story page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
</a:t>
            </a:r>
            <a:pPr indent="0" marL="0">
              <a:lnSpc>
                <a:spcPct val="130000"/>
              </a:lnSpc>
              <a:buNone/>
            </a:pPr>
            <a:r>
              <a:rPr lang="en-US" sz="140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(MIT)  </a:t>
            </a:r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github.com/fossettlab/tanager-rocks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question, at two named districts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234440"/>
            <a:ext cx="64922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Tanager's 426-band spectra tell us about mine waste that broadband satellite imagery cannot? We test whether Tanager preserves diagnostic mineral signatures that Sentinel-2 blurs, and whether those signatures can help screen for potentially acid-generating mine waste.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2971800"/>
            <a:ext cx="6492240" cy="1481328"/>
          </a:xfrm>
          <a:prstGeom prst="roundRect">
            <a:avLst>
              <a:gd name="adj" fmla="val 4938"/>
            </a:avLst>
          </a:prstGeom>
          <a:solidFill>
            <a:srgbClr val="ECE2D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3090672"/>
            <a:ext cx="6035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Goldfield, Nevada — </a:t>
            </a:r>
            <a:pPr indent="0" marL="0">
              <a:buNone/>
            </a:pPr>
            <a:r>
              <a:rPr lang="en-US" sz="14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acid-sulfate hydrothermal district beside the USGS Cuprite spectral benchmark.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767328"/>
            <a:ext cx="6035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Bingham Canyon / Kennecott, Utah — </a:t>
            </a:r>
            <a:pPr indent="0" marL="0">
              <a:buNone/>
            </a:pPr>
            <a:r>
              <a:rPr lang="en-US" sz="14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open-pit copper-porphyry mine with extensive tailings ground.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4800600"/>
            <a:ext cx="6492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Library-anchored material screening: </a:t>
            </a:r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mapped class traces to a measured spectrum from the USGS spectral library (v7, splib07a) — a named mineral phase, not a land-cover label.</a:t>
            </a:r>
            <a:endParaRPr lang="en-US" sz="1600" dirty="0"/>
          </a:p>
        </p:txBody>
      </p:sp>
      <p:pic>
        <p:nvPicPr>
          <p:cNvPr id="8" name="Image 0" descr="/Users/abradley/Documents/Projects/Geospatial_projects/Tanager/tanager-rocks/submission/figures/goldfield_rg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1234440"/>
            <a:ext cx="4343400" cy="2395728"/>
          </a:xfrm>
          <a:prstGeom prst="rect">
            <a:avLst/>
          </a:prstGeom>
        </p:spPr>
      </p:pic>
      <p:pic>
        <p:nvPicPr>
          <p:cNvPr id="9" name="Image 1" descr="/Users/abradley/Documents/Projects/Geospatial_projects/Tanager/tanager-rocks/submission/figures/bingham_rg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822192"/>
            <a:ext cx="4343400" cy="239572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315200" y="6263640"/>
            <a:ext cx="4343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Tanager true color — Goldfield (top), Bingham (bottom).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   ·   github.com/fossettlab/tanager-rocks</a:t>
            </a:r>
            <a:endParaRPr lang="en-US" sz="1000" dirty="0"/>
          </a:p>
        </p:txBody>
      </p:sp>
      <p:sp>
        <p:nvSpPr>
          <p:cNvPr id="12" name="Text 8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minerals leave a spectral fingerprint</a:t>
            </a:r>
            <a:endParaRPr lang="en-US" sz="3600" dirty="0"/>
          </a:p>
        </p:txBody>
      </p:sp>
      <p:pic>
        <p:nvPicPr>
          <p:cNvPr id="3" name="Image 0" descr="/Users/abradley/Documents/Projects/Geospatial_projects/Tanager/tanager-rocks/submission/figures/goldfield_spect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6949440" cy="46634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72400" y="1554480"/>
            <a:ext cx="388620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synthesized.
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USGS library spectra (solid) against the mean spectrum of the most-detected Tanager pixels (dashed).
</a:t>
            </a:r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diagnostic absorptions — the 2200 nm Al-OH doublet, 2265 nm jarosite, 2340 nm gypsum-carbonate, and the VNIR ferric-iron bands — appear in both. The label traces back to the data.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   ·   github.com/fossettlab/tanager-rocks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Sentinel-2 spectral sampling blurs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463040"/>
            <a:ext cx="32918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49.8%</a:t>
            </a:r>
            <a:endParaRPr lang="en-US" sz="66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2606040"/>
            <a:ext cx="37490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alunite–kaolinite spectral-angle separability is lost when measured endmembers are convolved with Sentinel-2's published response functions: 5.138° → 2.578°.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069080"/>
            <a:ext cx="37490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alunite vs. kaolinite separates advanced-argillic from argillic alteration — a distinction that carries ore and acid-generation meaning. One broad band (B12) spans the whole 2200 nm doublet.
</a:t>
            </a:r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control: 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VNIR jarosite–goethite contrast survives degradation — the loss is specific to narrow SWIR structure, not an artifact of resampling.</a:t>
            </a:r>
            <a:endParaRPr lang="en-US" sz="1350" dirty="0"/>
          </a:p>
        </p:txBody>
      </p:sp>
      <p:pic>
        <p:nvPicPr>
          <p:cNvPr id="6" name="Image 0" descr="/Users/abradley/Documents/Projects/Geospatial_projects/Tanager/tanager-rocks/submission/figures/bingham_20250911_191523_58_4001_band_abl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371600"/>
            <a:ext cx="7132320" cy="47548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   ·   github.com/fossettlab/tanager-rocks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Agreement with an independent USGS map</a:t>
            </a:r>
            <a:endParaRPr lang="en-US" sz="3600" dirty="0"/>
          </a:p>
        </p:txBody>
      </p:sp>
      <p:pic>
        <p:nvPicPr>
          <p:cNvPr id="3" name="Image 0" descr="/Users/abradley/Documents/Projects/Geospatial_projects/Tanager/tanager-rocks/submission/figures/goldfield_validation_pai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7223760" cy="4709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001000" y="141732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6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0.784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001000" y="19659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Al-OH band-depth rank-AUC against Rockwell &amp; Bonham (2017) ASTER alteration groups at Goldfield.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8001000" y="2788920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6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0.701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8001000" y="333756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Alunite MTMF abundance rank-AUC, peaking in the advanced-argillic zone.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4251960"/>
            <a:ext cx="3657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Stated honestly: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descriptive pixelwise agreement with an independent remote-sensing product — not field validation. Fe-oxide and kaolinite layers separate less cleanly, and that disagreement is reported, not tuned away.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   ·   github.com/fossettlab/tanager-rocks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Cross-sensor consistency with NASA EMIT</a:t>
            </a:r>
            <a:endParaRPr lang="en-US" sz="3600" dirty="0"/>
          </a:p>
        </p:txBody>
      </p:sp>
      <p:pic>
        <p:nvPicPr>
          <p:cNvPr id="3" name="Image 0" descr="/Users/abradley/Documents/Projects/Geospatial_projects/Tanager/tanager-rocks/submission/figures/goldfield_20240925_185504_87_4001_emit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7452360" cy="4709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0" y="1417320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6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0.96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8229600" y="196596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scene-mean reflectance correlation over 240 shared bands (3.72° spectral angle), pre-selected overlapping EMIT acquisition.</a:t>
            </a:r>
            <a:endParaRPr lang="en-US" sz="1250" dirty="0"/>
          </a:p>
        </p:txBody>
      </p:sp>
      <p:sp>
        <p:nvSpPr>
          <p:cNvPr id="6" name="Text 3"/>
          <p:cNvSpPr txBox="1"/>
          <p:nvPr/>
        </p:nvSpPr>
        <p:spPr>
          <a:xfrm>
            <a:off x="8229600" y="3017520"/>
            <a:ext cx="3429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6A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 / 6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8229600" y="3566160"/>
            <a:ext cx="3429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minerals correlate positively between the two sensors' maps (r = +0.34 to +0.58; jarosite 0.58).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8229600" y="4526280"/>
            <a:ext cx="3429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Scope: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library-driven pipeline runs on both sensors, so this is shared-pipeline consistency — a strong check, but not independent mineral truth.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   ·   github.com/fossettlab/tanager-rocks</a:t>
            </a:r>
            <a:endParaRPr lang="en-US" sz="1000" dirty="0"/>
          </a:p>
        </p:txBody>
      </p:sp>
      <p:sp>
        <p:nvSpPr>
          <p:cNvPr id="10" name="Text 7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hedged acid-generating-potential screen</a:t>
            </a:r>
            <a:endParaRPr lang="en-US" sz="3600" dirty="0"/>
          </a:p>
        </p:txBody>
      </p:sp>
      <p:pic>
        <p:nvPicPr>
          <p:cNvPr id="3" name="Image 0" descr="/Users/abradley/Documents/Projects/Geospatial_projects/Tanager/tanager-rocks/submission/figures/bingham_20250911_191523_58_4001_amd_ag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371600"/>
            <a:ext cx="6903720" cy="47091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726680" y="1417320"/>
            <a:ext cx="393192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Mineralogy as an ordinal proxy.
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pixel takes the tier of the most acidic indicator present: jarosite (active acid) &gt; Fe-oxyhydroxides (oxidized) &gt; gypsum without acid phases (buffered).
</a:t>
            </a:r>
            <a:endParaRPr lang="en-US" sz="1600" dirty="0"/>
          </a:p>
        </p:txBody>
      </p:sp>
      <p:sp>
        <p:nvSpPr>
          <p:cNvPr id="5" name="Shape 2"/>
          <p:cNvSpPr/>
          <p:nvPr/>
        </p:nvSpPr>
        <p:spPr>
          <a:xfrm>
            <a:off x="7726680" y="3429000"/>
            <a:ext cx="3931920" cy="1554480"/>
          </a:xfrm>
          <a:prstGeom prst="roundRect">
            <a:avLst>
              <a:gd name="adj" fmla="val 4706"/>
            </a:avLst>
          </a:prstGeom>
          <a:solidFill>
            <a:srgbClr val="ECE2D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7955280" y="3611880"/>
            <a:ext cx="3520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Bingham, QA-masked (514,262 px)
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22,536 · moderate 30,678 · low 12,949 · background 448,099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7726680" y="516636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screening tool, </a:t>
            </a:r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relative within a scene — not measured pH or flux, and no substitute for sampling.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   ·   github.com/fossettlab/tanager-rocks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11480"/>
            <a:ext cx="11155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F2A2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Reproducible, open, and honest about limits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02920" y="1371600"/>
            <a:ext cx="5486400" cy="4846320"/>
          </a:xfrm>
          <a:prstGeom prst="roundRect">
            <a:avLst>
              <a:gd name="adj" fmla="val 1509"/>
            </a:avLst>
          </a:prstGeom>
          <a:solidFill>
            <a:srgbClr val="ECE2D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60020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6A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command, one clone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b="1" dirty="0">
                <a:solidFill>
                  <a:srgbClr val="1F2A2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tanager-minmap</a:t>
            </a:r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CLI: seven stages from public inputs — map, unmix, ablate, amd, hero, emit, validate.</a:t>
            </a:r>
            <a:endParaRPr lang="en-US" sz="135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971800"/>
            <a:ext cx="48463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code (MIT), public data recipe, pinned inputs with frozen SHA-256 hashes, claim ledger tying every public number to a recorded source.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B6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github.com/fossettlab/tanager-rocks
</a:t>
            </a:r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B6A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github.com/fossettlab/tanager-spec  (shared data layer, v0.1.0)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60020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Limits, stated up front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103120"/>
            <a:ext cx="52578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 grain resolves features larger than about one hectare.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 are of surface mineralogy, not bulk chemistry or depth.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held to the well-characterized alteration assemblage.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field validation yet — agreement is bounded at the alteration-group level.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1F2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Acid-generating-potential tiers are scene-relative screening, unvalidated at Bingham.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02920" y="64739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   ·   github.com/fossettlab/tanager-rocks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11475720" y="647395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B6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9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77724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30 scenes should be open next?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69164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CFE8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Mining districts are where contiguous VSWIR matters most: the minerals that record ore, alteration, and acid generation are exactly the ones broadband sampling blurs.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640080" y="278892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0B5257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96112" y="30175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expansion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35204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Preregistered scene selection across geology, climate, mine lifecycle, and background lithology — before choosing targets.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278892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0B5257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99432" y="30175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acquisitions</a:t>
            </a:r>
            <a:endParaRPr lang="en-US" sz="1650" dirty="0"/>
          </a:p>
        </p:txBody>
      </p:sp>
      <p:sp>
        <p:nvSpPr>
          <p:cNvPr id="9" name="Text 7"/>
          <p:cNvSpPr txBox="1"/>
          <p:nvPr/>
        </p:nvSpPr>
        <p:spPr>
          <a:xfrm>
            <a:off x="4599432" y="35204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threshold transfer, seasonal stability, and boundary movement without scene-specific rescue tuning.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046720" y="2788920"/>
            <a:ext cx="3520440" cy="2011680"/>
          </a:xfrm>
          <a:prstGeom prst="roundRect">
            <a:avLst>
              <a:gd name="adj" fmla="val 4091"/>
            </a:avLst>
          </a:prstGeom>
          <a:solidFill>
            <a:srgbClr val="0B5257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302752" y="301752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follow-up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8302752" y="3520440"/>
            <a:ext cx="30175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Portable spectroscopy and geochemistry at ranked targets and matched negative controls.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1663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8FD0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Users: </a:t>
            </a:r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geological surveys, USGS, BLM, EPA — Tanager scene → quality-controlled mineral scores → ranked field targets → field confirmation.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FCFC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fossettlab.github.io/tanager-rocks  ·  github.com/fossettlab/tanager-rocks  ·  Alex Bradley, WashU  ·  Tanager data © 2024–2025 Planet Labs PBC (CC BY 4.0)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2026-09-01T01:05:10Z</dcterms:created>
  <dcterms:modified xsi:type="dcterms:W3CDTF">2026-09-01T01:05:10Z</dcterms:modified>
</cp:coreProperties>
</file>