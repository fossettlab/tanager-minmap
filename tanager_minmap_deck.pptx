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 TANAGER OPEN DATA COMPETITION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identification from Tanager VSWIR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Mine-waste and alteration mineralogy blurred by broadband sampling</a:t>
            </a:r>
            <a:endParaRPr lang="en-US" sz="2200" dirty="0"/>
          </a:p>
        </p:txBody>
      </p:sp>
      <p:pic>
        <p:nvPicPr>
          <p:cNvPr id="5" name="Image 0" descr="/Users/abradley/Documents/Projects/Geospatial_projects/Tanager/tanager-minmap/submission/figures/goldfield_20240925_185504_87_4001_hero_mineral_map.png">    </p:cNvPr>
          <p:cNvPicPr>
            <a:picLocks noChangeAspect="1"/>
          </p:cNvPicPr>
          <p:nvPr/>
        </p:nvPicPr>
        <p:blipFill>
          <a:blip r:embed="rId1">
            <a:alphaModFix amt="94000"/>
          </a:blip>
          <a:stretch>
            <a:fillRect/>
          </a:stretch>
        </p:blipFill>
        <p:spPr>
          <a:xfrm>
            <a:off x="7360920" y="3520440"/>
            <a:ext cx="4206240" cy="2788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97764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Bradley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Earth, Environmental, and Planetary Sciences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University in St. Louis  ·  abradley@wustl.edu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3492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page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fossettlab.github.io/tanager-minmap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(MIT)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github.com/fossettlab/tanager-minmap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question, at two named districts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3444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Tanager's 426-band spectra tell us about mine waste that broadband satellite imagery cannot? We test whether Tanager preserves diagnostic mineral signatures that Sentinel-2 blurs, and whether those signatures can help identify mine waste showing evidence of acidic oxidative weathering.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2971800"/>
            <a:ext cx="6492240" cy="1481328"/>
          </a:xfrm>
          <a:prstGeom prst="roundRect">
            <a:avLst>
              <a:gd name="adj" fmla="val 4938"/>
            </a:avLst>
          </a:prstGeom>
          <a:solidFill>
            <a:srgbClr val="ECE2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090672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Goldfield, Nevada — </a:t>
            </a:r>
            <a:pPr indent="0" marL="0">
              <a:buNone/>
            </a:pPr>
            <a:r>
              <a:rPr lang="en-US" sz="14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acid-sulfate hydrothermal district beside the USGS Cuprite spectral benchmark.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67328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Bingham Canyon / Kennecott, Utah — </a:t>
            </a:r>
            <a:pPr indent="0" marL="0">
              <a:buNone/>
            </a:pPr>
            <a:r>
              <a:rPr lang="en-US" sz="14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open-pit copper-porphyry mine with extensive tailings ground.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80060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Library-anchored material screening: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mapped class traces to a measured spectrum from the USGS spectral library (v7, splib07a) — a named mineral phase, not a land-cover label.</a:t>
            </a:r>
            <a:endParaRPr lang="en-US" sz="1600" dirty="0"/>
          </a:p>
        </p:txBody>
      </p:sp>
      <p:pic>
        <p:nvPicPr>
          <p:cNvPr id="8" name="Image 0" descr="/Users/abradley/Documents/Projects/Geospatial_projects/Tanager/tanager-minmap/submission/figures/goldfield_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234440"/>
            <a:ext cx="4343400" cy="2395728"/>
          </a:xfrm>
          <a:prstGeom prst="rect">
            <a:avLst/>
          </a:prstGeom>
        </p:spPr>
      </p:pic>
      <p:pic>
        <p:nvPicPr>
          <p:cNvPr id="9" name="Image 1" descr="/Users/abradley/Documents/Projects/Geospatial_projects/Tanager/tanager-minmap/submission/figures/bingham_rg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822192"/>
            <a:ext cx="4343400" cy="23957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0" y="62636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Tanager true color — Goldfield (top), Bingham (bottom).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fossettlab.github.io/tanager-minmap   ·   github.com/fossettlab/tanager-minmap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minerals leave a spectral fingerprint</a:t>
            </a:r>
            <a:endParaRPr lang="en-US" sz="3600" dirty="0"/>
          </a:p>
        </p:txBody>
      </p:sp>
      <p:pic>
        <p:nvPicPr>
          <p:cNvPr id="3" name="Image 0" descr="/Users/abradley/Documents/Projects/Geospatial_projects/Tanager/tanager-minmap/submission/figures/goldfield_spect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949440" cy="4663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0" y="155448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synthesized.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library spectra (solid) against the mean spectrum of the most-detected Tanager pixels (dashed).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 absorptions — the 2200 nm Al-OH doublet, 2265 nm jarosite, 2340 nm gypsum-carbonate, and the VNIR ferric-iron bands — appear in both. The label traces back to the data.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fossettlab.github.io/tanager-minmap   ·   github.com/fossettlab/tanager-minmap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2200 nm test: Tanager vs Sentinel-2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4630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49.8%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6060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alunite–kaolinite spectral-angle separability is lost when measured endmembers are convolved with Sentinel-2's published response functions: 5.138° → 2.578°.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06908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alunite vs. kaolinite separates advanced-argillic from argillic alteration — a distinction that carries ore and acid-generation meaning. One broad band (B12) spans the whole 2200 nm doublet.
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control: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VNIR jarosite–goethite contrast survives degradation — the loss is specific to narrow SWIR structure, not an artifact of resampling.</a:t>
            </a:r>
            <a:endParaRPr lang="en-US" sz="1350" dirty="0"/>
          </a:p>
        </p:txBody>
      </p:sp>
      <p:pic>
        <p:nvPicPr>
          <p:cNvPr id="6" name="Image 0" descr="/Users/abradley/Documents/Projects/Geospatial_projects/Tanager/tanager-minmap/submission/figures/bingham_20250911_191523_58_4001_band_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754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fossettlab.github.io/tanager-minmap   ·   github.com/fossettlab/tanager-minmap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maps compare with USGS alteration mapping</a:t>
            </a:r>
            <a:endParaRPr lang="en-US" sz="3600" dirty="0"/>
          </a:p>
        </p:txBody>
      </p:sp>
      <p:pic>
        <p:nvPicPr>
          <p:cNvPr id="3" name="Image 0" descr="/Users/abradley/Documents/Projects/Geospatial_projects/Tanager/tanager-minmap/submission/figures/goldfield_validation_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7223760" cy="4709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01000" y="14173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0.784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001000" y="19659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Al-OH band-depth rank-AUC against Rockwell &amp; Bonham (2017) ASTER alteration groups at Goldfield.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7889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0.701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3337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Alunite MTMF abundance rank-AUC, peaking in the advanced-argillic zone.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42519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honestly: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pixelwise agreement with an independent remote-sensing product — not field validation. Fe-oxide and kaolinite layers separate less cleanly, and that disagreement is reported, not tuned away.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fossettlab.github.io/tanager-minmap   ·   github.com/fossettlab/tanager-minmap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Cross-sensor consistency with NASA EMIT</a:t>
            </a:r>
            <a:endParaRPr lang="en-US" sz="3600" dirty="0"/>
          </a:p>
        </p:txBody>
      </p:sp>
      <p:pic>
        <p:nvPicPr>
          <p:cNvPr id="3" name="Image 0" descr="/Users/abradley/Documents/Projects/Geospatial_projects/Tanager/tanager-minmap/submission/figures/goldfield_20240925_185504_87_4001_emit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7452360" cy="4709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0" y="141732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0.96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19659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scene-mean reflectance correlation over 240 shared bands (3.72° spectral angle), pre-selected overlapping EMIT acquisition.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301752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35661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minerals correlate positively between the two sensors' maps (r = +0.34 to +0.58; jarosite 0.58).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52628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library-driven pipeline runs on both sensors, so this is shared-pipeline consistency — a strong check, but not independent mineral truth.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fossettlab.github.io/tanager-minmap   ·   github.com/fossettlab/tanager-minmap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mine waste from surface mineralogy</a:t>
            </a:r>
            <a:endParaRPr lang="en-US" sz="3600" dirty="0"/>
          </a:p>
        </p:txBody>
      </p:sp>
      <p:pic>
        <p:nvPicPr>
          <p:cNvPr id="3" name="Image 0" descr="/Users/abradley/Documents/Projects/Geospatial_projects/Tanager/tanager-minmap/submission/figures/bingham_20250911_191523_58_4001_amd_ag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903720" cy="4709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26680" y="1417320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surface-mineralogical proxy for acidic conditions.
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takes the tier of the mineral indicator tied to the most acidic conditions detected: jarosite (acidic oxidative weathering) &gt; Fe-oxyhydroxides (less acidic oxidation) &gt; gypsum (comparatively buffered).
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726680" y="3429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ECE2D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55280" y="36118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Bingham, QA-masked (514,262 px)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jarosite 22,536 · Fe-oxide 30,678 · gypsum 12,949 · no indicator 448,099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51663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screening proxy: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tiers rank mineralogical evidence within the scene — not estimates of acid-generating capacity, pH, or acid flux.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fossettlab.github.io/tanager-minmap   ·   github.com/fossettlab/tanager-minmap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Reproducible, open, and honest about limits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ECE2D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command, one clone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tanager-minmap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CLI: seven stages from public inputs — map, unmix, ablate, amd, hero, emit, validate.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code (MIT), public data recipe, pinned inputs with frozen SHA-256 hashes, claim ledger tying every public number to a recorded source.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6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github.com/fossettlab/tanager-minmap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6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github.com/fossettlab/tanager-spec  (shared data layer, v0.1.0)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600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Limits, stated up front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103120"/>
            <a:ext cx="5257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products use a 30 m grid; grid spacing alone does not establish resolving power.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are of surface mineralogy, not bulk chemistry or depth.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held to the well-characterized alteration assemblage.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field validation yet — agreement is bounded at the alteration-group level.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mine-waste acidity screening proxy is scene-relative and unvalidated at Bingham.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fossettlab.github.io/tanager-minmap   ·   github.com/fossettlab/tanager-minmap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30 scenes should be open next?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districts are where contiguous VSWIR matters most: the minerals that record ore, alteration, and acid generation are exactly the ones broadband sampling blurs.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0B52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expansion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35204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Preregistered scene selection across geology, climate, mine lifecycle, and background lithology — before choosing targets.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27889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0B525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9432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acquisitions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35204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threshold transfer, seasonal stability, and boundary movement without scene-specific rescue tuning.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27889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0B52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02752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follow-up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35204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spectroscopy and geochemistry at ranked targets and matched negative controls.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166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users: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geological surveys, USGS, BLM, EPA — Tanager scene → quality-controlled mineral scores → ranked field targets → field confirmation.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fossettlab.github.io/tanager-minmap  ·  github.com/fossettlab/tanager-minmap  ·  Alex Bradley, WashU  ·  Tanager data © 2024–2025 Planet Labs PBC (CC BY 4.0)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2026-09-01T02:15:21Z</dcterms:created>
  <dcterms:modified xsi:type="dcterms:W3CDTF">2026-09-01T02:15:21Z</dcterms:modified>
</cp:coreProperties>
</file>